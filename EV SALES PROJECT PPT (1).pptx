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3" r:id="rId4"/>
    <p:sldId id="258" r:id="rId5"/>
    <p:sldId id="259" r:id="rId6"/>
  </p:sldIdLst>
  <p:sldSz cx="12192000" cy="6858000"/>
  <p:notesSz cx="6858000" cy="9144000"/>
  <p:embeddedFontLst>
    <p:embeddedFont>
      <p:font typeface="Lato Black" panose="020F0502020204030203" pitchFamily="34" charset="0"/>
      <p:bold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73D3991-BDFF-3196-3FC4-CA1E41BA6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63AA337E-F7FE-20C7-EFB0-6A49F86F91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85987FCC-7AB2-781D-3843-2D7B366C16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022209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1514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665845" y="3783301"/>
            <a:ext cx="8859123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Driving the Future: </a:t>
            </a:r>
          </a:p>
          <a:p>
            <a:pPr lvl="0" algn="ctr">
              <a:buSzPts val="1800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Electric Vehicle (EV) Sales Analysis</a:t>
            </a:r>
            <a:endParaRPr sz="36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1042612" y="1535803"/>
            <a:ext cx="9951959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buClr>
                <a:schemeClr val="dk1"/>
              </a:buClr>
              <a:buSzPts val="2400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 Sales  project is about understanding how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 Vehicle (EV) sales have grown around the world from 2010 to 2024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recent years, people have started choosing EVs because they are better for the environment and help reduce fuel costs. Using Power BI, this project shows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countries and regions are buying more EVs, how sales have changed over time, and which vehicle types are becoming popular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dashboard helps us clearly see trends, compare regions, and understand how the EV market is expanding globally.</a:t>
            </a:r>
            <a:endParaRPr sz="2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46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4000" b="1" i="0" u="none" strike="noStrike" cap="none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INTRODUCTION:</a:t>
            </a:r>
            <a:endParaRPr sz="4000" b="1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A6C8E68-DF4D-3C29-BB7B-0ED6A9CDA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4D35E29A-AB81-930B-AF40-A10799E3F9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686724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E14CF883-4B17-7BD1-08C3-322A4DC78C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9714" y="1482248"/>
            <a:ext cx="10232571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just">
              <a:buSzPts val="28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world moves toward cleaner and eco-friendly transportation, the adoption of Electric Vehicles (EVs) is increasing. However,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is not the same across all regions and vehicle types.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Companies, policymakers, and researchers need to understand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EV adoption is strong, where it is slow, and what factors are influencing these trends.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proper analysis, it becomes difficult to plan production, create policies, and make business decisions. Therefore, a data-driven Power BI report is needed to analyze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EV Sales from 2010 to 2024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provide actionable insights for informed decision-making.</a:t>
            </a:r>
          </a:p>
          <a:p>
            <a:pPr marL="0" lvl="0" indent="0">
              <a:buSzPts val="28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8324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686724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979714" y="1482248"/>
            <a:ext cx="10232571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>
              <a:buSzPts val="2800"/>
              <a:buNone/>
            </a:pPr>
            <a:r>
              <a:rPr lang="en-US" dirty="0"/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 Power BI project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Electric Vehicle (EV) Sales from 2010 to 2024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gives a simple and clear view of how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 sales have increased over the years in different regions and vehicle types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Using easy-to-understand dashboards, it shows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trends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of EV adoption, top-performing regions,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move toward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eco-friendly transportation.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helps companies, governments, and researchers see where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 growth is strong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improvement is needed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also shows how Power BI can turn large amounts of data into useful visuals for better planning and decision-making. Overall, this project highlights how data analysis can support the shift toward cleaner and more sustainable mobility.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reeting Card Design Stock Illustration ...">
            <a:extLst>
              <a:ext uri="{FF2B5EF4-FFF2-40B4-BE49-F238E27FC236}">
                <a16:creationId xmlns:a16="http://schemas.microsoft.com/office/drawing/2014/main" id="{D1FE171B-C9D1-1C1A-19CC-33855B0E9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94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347</Words>
  <Application>Microsoft Office PowerPoint</Application>
  <PresentationFormat>Widescreen</PresentationFormat>
  <Paragraphs>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Lato Black</vt:lpstr>
      <vt:lpstr>Times New Roman</vt:lpstr>
      <vt:lpstr>Calibri</vt:lpstr>
      <vt:lpstr>Arial</vt:lpstr>
      <vt:lpstr>Office Theme</vt:lpstr>
      <vt:lpstr>PowerPoint Presentation</vt:lpstr>
      <vt:lpstr>PowerPoint Presentation</vt:lpstr>
      <vt:lpstr>PROBLEM STATEMENT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RISHI KUMAR</cp:lastModifiedBy>
  <cp:revision>1</cp:revision>
  <dcterms:created xsi:type="dcterms:W3CDTF">2021-02-16T05:19:01Z</dcterms:created>
  <dcterms:modified xsi:type="dcterms:W3CDTF">2025-11-12T05:49:50Z</dcterms:modified>
</cp:coreProperties>
</file>